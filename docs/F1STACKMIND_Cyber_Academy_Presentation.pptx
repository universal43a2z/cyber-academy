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onsolas"/>
              </a:rPr>
              <a:t>F1STACKMIND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788920"/>
            <a:ext cx="2011680" cy="25603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FFA3"/>
                </a:solidFill>
                <a:latin typeface="Consolas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F1FF"/>
                </a:solidFill>
                <a:latin typeface="Calibri"/>
              </a:rPr>
              <a:t>Cybersecurity career-training platform — mentors &amp; mentees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8FF"/>
                </a:solidFill>
                <a:latin typeface="Consola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8BA3"/>
                </a:solidFill>
                <a:latin typeface="Calibri"/>
              </a:rPr>
              <a:t>prepared for the organization  ·  built by akira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 will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084831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1226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Project overview — what F1STACKMIND 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084831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1226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The problem it solves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807208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92607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5351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How the platform works — both portals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807208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92607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95351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Mentee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648456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7673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7947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Mentor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48456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7673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947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Security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489704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60857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6360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Enhancements implemented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489704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460857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6360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Recommended roadmap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330952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54498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47725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Demo accounts &amp;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330952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54498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A3"/>
                </a:solidFill>
                <a:latin typeface="Consola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47725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Tech stack, deployment &amp;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F1STACKMIND Cyber Academy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10177272" cy="120700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An end-to-end e-learning platform that delivers, tracks, and supervises an 8-week cybersecurity internship curriculum.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Two secure portals: a mentee portal for learning and a mentor portal for teaching, monitoring, and reporting.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Weekly lessons, anti-copy quizzes, attendance tracking, and a complete audit trail — in one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401568"/>
            <a:ext cx="4937760" cy="251460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For mentees</a:t>
            </a: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Read weekly modules with video lessons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Take timed, anti-copy quiz challenges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Mark attendance each week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Track progress, badges &amp; leaderboard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Send feedback to the mentor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401568"/>
            <a:ext cx="4937760" cy="251460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For mentors</a:t>
            </a: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Publish modules &amp; build quizzes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Monitor per-mentee performance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Per-question quiz analytics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Generate per-mentee reports (PDF)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Broadcast announcements &amp; review feedback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Full audit log of sensitive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108192"/>
            <a:ext cx="10177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8FF"/>
                </a:solidFill>
                <a:latin typeface="Consolas"/>
              </a:rPr>
              <a:t>Deployed at cyber-academy-sooty.vercel.app · secure by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02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the platform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4937760" cy="384048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Challenges addressed</a:t>
            </a: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Records scattered across paper &amp; spreadsheets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No enforced integrity in assessments — copying is unchecked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Mentors cannot see class performance at a glance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No audit trail — weak accountability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Slow, manual reporting for teachers / deans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No central place for announcements &amp;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965960"/>
            <a:ext cx="4937760" cy="384048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The platform's answer</a:t>
            </a: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One dashboard for the whole 8-week program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Server-scored quizzes — answers never leave the server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Live attendance, quiz &amp; module data per student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Audited, tamper-evident records (RLS + audit log)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One-click printable PDF reports per mentee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Announcements + feedback in a single feed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the platform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177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F1FF"/>
                </a:solidFill>
                <a:latin typeface="Calibri"/>
              </a:rPr>
              <a:t>Mentor and mentee are separated by role-based access. Quiz answer keys live only in the database — never in the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788920"/>
            <a:ext cx="3108960" cy="246888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MENTOR PORTAL</a:t>
            </a: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Publishes weekly modules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Builds timed multi-choice quizzes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Reviews stats, reports, feedback &amp;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2788920"/>
            <a:ext cx="3108960" cy="246888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SUPABASE</a:t>
            </a: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Postgres + Row Level Security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Auth (OTP + password)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Server-side scoring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Audit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788920"/>
            <a:ext cx="3108960" cy="246888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MENTEE PORTAL</a:t>
            </a: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Reads lessons, takes quizzes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Logs attendance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Sees progress, badges &amp; announcements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177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8FF"/>
                </a:solidFill>
                <a:latin typeface="Consolas"/>
              </a:rPr>
              <a:t>Mentee  —→  Supabase (server-scored, guarded)  —→  Mentor console  —→  Reports /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04 · MENTEE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a mentee can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4937760" cy="402336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Learning</a:t>
            </a: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Weekly modules with video lessons &amp; full markdown content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Module completion progress bars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Timed anti-copy quiz games (copy/paste, devtools, tab-switch blocked)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Answer review with correct answers after submission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Forgot-password / password reset via OTP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4937760" cy="402336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Progress &amp; connection</a:t>
            </a: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Attendance marking plus full history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Leaderboard ranking vs classmates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Achievement badges (Perfect Shot, Scholar, …)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Announcement feed from the mentor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Feedback form → mentor inbox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Editable profile (name / year level)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144768"/>
            <a:ext cx="10177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400"/>
                </a:solidFill>
                <a:latin typeface="Consolas"/>
              </a:rPr>
              <a:t>Session guard: automatic logout after 20 minutes of inactivity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05 · MENTOR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the mentor can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3246120" cy="402336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Content</a:t>
            </a: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Publish/edit weekly modules (markdown + embedded video)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Build quizzes — multi-choice, points, time limit, draft or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1965960"/>
            <a:ext cx="3246120" cy="402336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Monitoring</a:t>
            </a: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Per-mentee performance table (attendance, quiz avg/best, modules)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Per-question quiz stats with correct-answer bars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Per-mentee printable PDF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965960"/>
            <a:ext cx="3246120" cy="402336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Communication &amp; audit</a:t>
            </a: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Broadcast announcements to all mentees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Feedback inbox (new / in review / resolved)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FFA3"/>
                </a:solidFill>
                <a:latin typeface="Calibri"/>
              </a:rPr>
              <a:t>▪  </a:t>
            </a:r>
            <a:r>
              <a:rPr sz="1200">
                <a:solidFill>
                  <a:srgbClr val="E6F1FF"/>
                </a:solidFill>
                <a:latin typeface="Calibri"/>
              </a:rPr>
              <a:t>Complete audit log of every sensitive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144768"/>
            <a:ext cx="10177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8FF"/>
                </a:solidFill>
                <a:latin typeface="Consolas"/>
              </a:rPr>
              <a:t>Mentor-only management is enforced server-side (role checks + RLS)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06 · 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Eight layers of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965960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01167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682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HTTPS enforced · HSTS · Content-Security-Policy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7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682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Supabase Auth · strict password policy (8+, upper/lower/number/special)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990088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OTP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9242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Email ownership verified before signup/login completes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90088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0358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Row Level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9242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Per-role DB policies — mentees never touch answers or 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014216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0599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Server-side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165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Quiz answer keys live only on the server; scoring is server-side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014216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599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Anti-abuse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165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Rate limiting &amp; throttling on login, OTP, resets, submissions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038344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0840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440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Strict zod validation on every API · sanitized markdown rendering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038344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0840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Accountability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40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Audit trail for every sensitive action · auto-logout on idle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07 ·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Suggestions already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965960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0025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Forgot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Password reset via email OTP — no more locked-out accounts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025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Per-mentee PDF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Printable, dashboard-style reports per student for teachers/deans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935224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Quiz answer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009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Correct answers revealed after submission (never during)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35224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Leaderboard &amp; badges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009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Class ranking + achievement badges keep mentees engaged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904487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94106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Per-question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702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Mentor sees each question's correct % to target weak topics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904487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94106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Announcements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702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One-way mentor broadcast appears on every mentee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873752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9103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Mentee profiles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2395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Self-service name &amp; year-level editing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873752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9103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Progress bars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395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Visible module completion % in dashboard and modules 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843016"/>
            <a:ext cx="56692" cy="731520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5879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8FF"/>
                </a:solidFill>
                <a:latin typeface="Calibri"/>
              </a:rPr>
              <a:t>Branding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62087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F1STACKMIND one-word rebrand; larger logo; centered footers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6199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08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0939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Reliable email (SMTP)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3500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Replace Supabase's rate-limited emails with a proper SMTP/resend service for OTP &amp; notifications.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939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Shared 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500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Global throttling across serverless instances (Vercel KV / Upstash) to stop abuse at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2990088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1181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Google sign-in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3741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One-click OAuth login for students using their school account.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90088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1181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2FA for mentors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3741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TOTP two-factor authentication on the mentor console.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014216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1422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Week-gated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3982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Unlock modules progressively week-by-week with optional mentor override.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14216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422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8BA3"/>
                </a:solidFill>
                <a:latin typeface="Consolas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Bulk CSV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3982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Enroll many mentees at once from a spreadsheet.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038344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1663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8BA3"/>
                </a:solidFill>
                <a:latin typeface="Consolas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111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Per-question mastery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422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Auto-flag weak questions and suggest review modules to mentees.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038344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51663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8BA3"/>
                </a:solidFill>
                <a:latin typeface="Consolas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5111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Multi-language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5422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8BA3"/>
                </a:solidFill>
                <a:latin typeface="Calibri"/>
              </a:rPr>
              <a:t>Localization to widen adoption.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09 ·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Demo accounts (password login)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4937760" cy="402336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Mentor (admin-equivalent)</a:t>
            </a:r>
            <a:r>
              <a:rPr sz="1300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mentor@cyber.academy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00FFA3"/>
                </a:solidFill>
                <a:latin typeface="Calibri"/>
              </a:rPr>
              <a:t>Mentor#2026!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B8BA3"/>
                </a:solidFill>
                <a:latin typeface="Calibri"/>
              </a:rPr>
              <a:t>—  </a:t>
            </a:r>
            <a:r>
              <a:rPr sz="1300">
                <a:solidFill>
                  <a:srgbClr val="7B8BA3"/>
                </a:solidFill>
                <a:latin typeface="Calibri"/>
              </a:rPr>
              <a:t>Mentor access code: F1-MENTOR-2026 (signup only)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Full console — modules, quizzes, mentees, reports, feedback, logs, announcements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965960"/>
            <a:ext cx="4937760" cy="402336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0FFA3"/>
                </a:solidFill>
                <a:latin typeface="Consolas"/>
              </a:rPr>
              <a:t>Mentees</a:t>
            </a: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kent.bonza@cyber.academy  ·  Kent#2026!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alexander.john.caligan@cyber.academy  ·  Alexander#2026!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nicole.lampa@cyber.academy  ·  Nicole#2026!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0FFA3"/>
                </a:solidFill>
                <a:latin typeface="Calibri"/>
              </a:rPr>
              <a:t>▪  </a:t>
            </a:r>
            <a:r>
              <a:rPr sz="1250">
                <a:solidFill>
                  <a:srgbClr val="E6F1FF"/>
                </a:solidFill>
                <a:latin typeface="Calibri"/>
              </a:rPr>
              <a:t>bonnie.boy.franco@cyber.academy  ·  Bonnie#2026!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7B8BA3"/>
                </a:solidFill>
                <a:latin typeface="Calibri"/>
              </a:rPr>
              <a:t>—  </a:t>
            </a:r>
            <a:r>
              <a:rPr sz="1250">
                <a:solidFill>
                  <a:srgbClr val="7B8BA3"/>
                </a:solidFill>
                <a:latin typeface="Calibri"/>
              </a:rPr>
              <a:t>plus demo accounts mentee@ &amp; mentee1–6@cyber.academy (Mentee#2026!)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126480"/>
            <a:ext cx="1017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400"/>
                </a:solidFill>
                <a:latin typeface="Consolas"/>
              </a:rPr>
              <a:t>All accounts use the password flow (OTP email delivery is rate-limited until SMTP is set up).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10 ·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it is built &amp; deployed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965960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011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682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Next.js 16 (App Router) + React 19 · 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682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Tailwind CSS v4 · dark cyber terminal theme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990088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Backend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9242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Supabase — Postgres, Row Level Security, Auth (OTP + password)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90088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035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API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9242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Route handlers with zod validation + server-side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014216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0599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165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Vercel — serverless functions, HTTPS, CDN, auto-redeploys on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014216"/>
            <a:ext cx="56692" cy="786384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599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165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F1FF"/>
                </a:solidFill>
                <a:latin typeface="Calibri"/>
              </a:rPr>
              <a:t>TypeScript strict · ESLint · production build verified before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126480"/>
            <a:ext cx="1017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8FF"/>
                </a:solidFill>
                <a:latin typeface="Consolas"/>
              </a:rPr>
              <a:t>Reproducible: repo + schema + seed on GitHub · docs (MD / DOCX / PDF) delivered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" cy="566928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onsolas"/>
              </a:rPr>
              <a:t>11 ·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326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outcomes for the 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10177272" cy="12801"/>
          </a:xfrm>
          <a:prstGeom prst="rect">
            <a:avLst/>
          </a:prstGeom>
          <a:solidFill>
            <a:srgbClr val="1B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B8BA3"/>
                </a:solidFill>
                <a:latin typeface="Consola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Consolas"/>
              </a:rPr>
              <a:t>F1STACKMIND CYBER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03120"/>
            <a:ext cx="2286000" cy="141732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FFA3"/>
                </a:solidFill>
                <a:latin typeface="Consola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B8BA3"/>
                </a:solidFill>
                <a:latin typeface="Consolas"/>
              </a:rPr>
              <a:t>SERVER-SIDE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103120"/>
            <a:ext cx="2286000" cy="141732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FFA3"/>
                </a:solidFill>
                <a:latin typeface="Consolas"/>
              </a:rPr>
              <a:t>8 wk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017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B8BA3"/>
                </a:solidFill>
                <a:latin typeface="Consolas"/>
              </a:rPr>
              <a:t>STRUCTURED CURRICULUM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2103120"/>
            <a:ext cx="2286000" cy="141732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FFA3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017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B8BA3"/>
                </a:solidFill>
                <a:latin typeface="Consolas"/>
              </a:rPr>
              <a:t>SECURE PORTALS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31936" y="2103120"/>
            <a:ext cx="2286000" cy="141732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5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FFA3"/>
                </a:solidFill>
                <a:latin typeface="Consola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5" y="3017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B8BA3"/>
                </a:solidFill>
                <a:latin typeface="Consolas"/>
              </a:rPr>
              <a:t>AUDIT TRAIL FOR 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8FF"/>
                </a:solidFill>
                <a:latin typeface="Calibri"/>
              </a:rPr>
              <a:t>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10177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Centralized, real-time visibility of every mentee's attendance, quizzes, and progress.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Assessment integrity — no copying, no leaking answer keys, violations auto-logged.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Accountability — every sensitive action is audited and mentor actions are role-gated.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FFA3"/>
                </a:solidFill>
                <a:latin typeface="Calibri"/>
              </a:rPr>
              <a:t>▪  </a:t>
            </a:r>
            <a:r>
              <a:rPr sz="1300">
                <a:solidFill>
                  <a:srgbClr val="E6F1FF"/>
                </a:solidFill>
                <a:latin typeface="Calibri"/>
              </a:rPr>
              <a:t>Low maintenance — serverless hosting, no servers to manage, secure by default.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154680"/>
            <a:ext cx="2011680" cy="25603"/>
          </a:xfrm>
          <a:prstGeom prst="rect">
            <a:avLst/>
          </a:prstGeom>
          <a:solidFill>
            <a:srgbClr val="00F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F1FF"/>
                </a:solidFill>
                <a:latin typeface="Calibri"/>
              </a:rPr>
              <a:t>Any questions? Happy to walk through a live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A3"/>
                </a:solidFill>
                <a:latin typeface="Consolas"/>
              </a:rPr>
              <a:t>app: cyber-academy-sooty.vercel.app   ·   docs + source on GitHub   ·   built by akira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